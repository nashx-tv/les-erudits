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 InfoProd – E6.2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BTS CIEL 2ème année</a:t>
            </a:r>
          </a:p>
          <a:p>
            <a:r>
              <a:t>Présentation orale – Étudiant 3</a:t>
            </a:r>
          </a:p>
          <a:p>
            <a:r>
              <a:t>Option Informatique &amp; Réseaux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Diffusion d’informations dans le lycée</a:t>
            </a:r>
          </a:p>
          <a:p>
            <a:r>
              <a:t>• Mise en valeur des énergies renouvelables</a:t>
            </a:r>
          </a:p>
          <a:p>
            <a:r>
              <a:t>• Affichage et consultation de données énergétiques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 rôle dans le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Installation des modules de mesure</a:t>
            </a:r>
          </a:p>
          <a:p>
            <a:r>
              <a:t>• Traitement et stockage des données</a:t>
            </a:r>
          </a:p>
          <a:p>
            <a:r>
              <a:t>• Calcul du CO₂ économisé</a:t>
            </a:r>
          </a:p>
          <a:p>
            <a:r>
              <a:t>• Interface de consultation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Capteurs de production énergétique</a:t>
            </a:r>
          </a:p>
          <a:p>
            <a:r>
              <a:t>• Réseau informatique du lycée</a:t>
            </a:r>
          </a:p>
          <a:p>
            <a:r>
              <a:t>• Serveur de traitement et base de données</a:t>
            </a:r>
          </a:p>
          <a:p>
            <a:r>
              <a:t>• Interfaces de consultation et afficheurs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Mesure et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Données solaires et éoliennes</a:t>
            </a:r>
          </a:p>
          <a:p>
            <a:r>
              <a:t>• Puissance instantanée</a:t>
            </a:r>
          </a:p>
          <a:p>
            <a:r>
              <a:t>• Énergie produite et consommée</a:t>
            </a:r>
          </a:p>
          <a:p>
            <a:r>
              <a:t>• Horodatage des mesures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Traitement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Conversion en kWh</a:t>
            </a:r>
          </a:p>
          <a:p>
            <a:r>
              <a:t>• Calculs cumulés</a:t>
            </a:r>
          </a:p>
          <a:p>
            <a:r>
              <a:t>• Calcul du CO₂ économisé</a:t>
            </a:r>
          </a:p>
          <a:p>
            <a:r>
              <a:t>• Stockage sécurisé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de consultation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Interface web responsive</a:t>
            </a:r>
          </a:p>
          <a:p>
            <a:r>
              <a:t>• Accès PC, tablette, smartphone</a:t>
            </a:r>
          </a:p>
          <a:p>
            <a:r>
              <a:t>• Graphiques et statistiques</a:t>
            </a:r>
          </a:p>
          <a:p>
            <a:r>
              <a:t>• Usage pédagogique et administratif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Valorisation des données énergétiques</a:t>
            </a:r>
          </a:p>
          <a:p>
            <a:r>
              <a:t>• Projet technique et écologique</a:t>
            </a:r>
          </a:p>
          <a:p>
            <a:r>
              <a:t>• Compétences BTS CIEL mobilisées</a:t>
            </a:r>
          </a:p>
          <a:p>
            <a:r>
              <a:t>• 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