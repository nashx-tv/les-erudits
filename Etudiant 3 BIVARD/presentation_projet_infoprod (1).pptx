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6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11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07724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54746" y="1691878"/>
            <a:ext cx="36345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225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InfoProd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729154" y="2396728"/>
            <a:ext cx="5685693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7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 Mesure et Suivi de Production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138054" y="3211562"/>
            <a:ext cx="28677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225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 3 - Compte Rendu de Projet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du Projet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InfoProd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" y="1511201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supervision et suivi de production énergétique déployée au sein d'un lycée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166491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principaux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750" y="2610892"/>
            <a:ext cx="8572500" cy="153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la gestion de la production d'énergie renouvelable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Superviser les panneaux photovoltaïques et éoliennes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Sensibiliser les élèves aux enjeux énergétiques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Fournir des données en temps réel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914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Rôle : Module de Mesure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Responsabilités principales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" y="1415951"/>
            <a:ext cx="8572500" cy="153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et développement du module de mesure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des données de production en temps réel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avec capteurs et onduleurs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des mesures dans la base de données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3232845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750" y="3677245"/>
            <a:ext cx="857250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Python/PHP - MySQL/MariaDB - HTTP/HTTPS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653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Cas d'Utilisation</a:t>
            </a:r>
            <a:endParaRPr lang="en-US" sz="2400" dirty="0"/>
          </a:p>
        </p:txBody>
      </p:sp>
      <p:pic>
        <p:nvPicPr>
          <p:cNvPr id="3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016" y="1066800"/>
            <a:ext cx="4791819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Déploiement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5AA3AA-09B6-4DB9-9C53-E3B96C545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37" y="754144"/>
            <a:ext cx="7070102" cy="43364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de Données du Système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876300"/>
            <a:ext cx="8572500" cy="1923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1 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Capteurs → collecte données production et température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 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Onduleur → agrège et transmet au serveur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3 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Serveur → stocke dans MySQL/MariaDB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4 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Interface PHP/JS → traite et affiche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5 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Utilisateurs → consultent via WiFi/HTTP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85750" y="3085505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temps réel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tous les composants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4f356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88211" y="2114550"/>
            <a:ext cx="476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Détaillée</a:t>
            </a:r>
            <a:endParaRPr lang="en-US" sz="3600" dirty="0"/>
          </a:p>
          <a:p>
            <a:pPr marL="0" indent="0" algn="ctr">
              <a:lnSpc>
                <a:spcPts val="36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Module de Mesure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Classes</a:t>
            </a:r>
            <a:endParaRPr lang="en-US" sz="2400" dirty="0"/>
          </a:p>
        </p:txBody>
      </p:sp>
      <p:pic>
        <p:nvPicPr>
          <p:cNvPr id="3" name="Image 0" descr="/home/claude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302" y="1066800"/>
            <a:ext cx="3645396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ModuleMesure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centrale du module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" y="1511201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Attributs 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idModuleMesure, nomModuleMesure, siteProduction, protocole, typeModuleMesure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166491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Méthodes principales 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5750" y="2726531"/>
            <a:ext cx="8572500" cy="153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connecterOnduleur()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connexion avec onduleur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lireDonneesEnergie()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récupère données capteurs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envoyerVersDonnees()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transmet à la BDD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verifierIntegrite()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valide qualité mesures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CapteurTemperature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Hérite de </a:t>
            </a: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CapteurDetectionPresence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Mesure environnementale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85750" y="1626840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Attributs 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idCapteurTemp, modele, precision (°C), plageTemp, plageMax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282130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Méthodes 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5750" y="2842171"/>
            <a:ext cx="85725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 err="1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lireTemperature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lit température actuelle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 err="1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verifierEtalonnage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vérifie calibrage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Développées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des données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" y="1415951"/>
            <a:ext cx="8572500" cy="113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Interrogation automatique des capteurs (5 min)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et vérification de cohérence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erreurs et reconnexion automatique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840534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et stockage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750" y="3284934"/>
            <a:ext cx="8572500" cy="113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valeurs aberrantes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Horodatage précis - Schéma BDD optimisé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local en cas de perte connexion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Défis Techniques Rencontrés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Fiabilité de communication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" y="1511201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Mécanismes de </a:t>
            </a: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automatique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cache temporaire pour maintenir la continuité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166491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 des mesures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750" y="2706142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 d'</a:t>
            </a: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étalonnage régulière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compensation des variations thermiques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3361432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et volumétrie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" y="3901083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de la BDD, </a:t>
            </a: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agrégation des données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anciennes, archivage automatique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et Résultats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tests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" y="1415951"/>
            <a:ext cx="857250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unitaires, intégration, robustesse, performance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055912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obtenus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750" y="2500313"/>
            <a:ext cx="8572500" cy="153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 : ±0,2°C (conforme spécifications)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: 99,5%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 : &lt; 500ms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 de données : &lt; 0,1%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317206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réussie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 les enseignants et administrateur réseau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3143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avec les Autres Modules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 visualisation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" y="1511201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Fournit données brutes pour </a:t>
            </a: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graphiques temps réel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166491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 calcul du CO₂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750" y="2706142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production pour </a:t>
            </a: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environnemental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3361432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statistiques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" y="3901083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pour </a:t>
            </a: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de performance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d'Amélioration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 fonctionnelles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" y="1415951"/>
            <a:ext cx="8572500" cy="113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Nouveaux capteurs (ensoleillement, vent, humidité)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intelligente d'anomalies (ML)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Prévision de production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840534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Optimisations techniques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750" y="3284934"/>
            <a:ext cx="8572500" cy="113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vers MQTT (réduction latence)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distribué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standardisée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Acquises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876300"/>
            <a:ext cx="8572500" cy="2315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orientée objet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UML, patterns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système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réseau, temps réel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données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conception, optimisation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embarqués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interfaçage capteurs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et validation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plans de tests, QA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collaboratif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intégration, documentation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55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du projet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" y="1511201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</a:t>
            </a:r>
            <a:r>
              <a:rPr lang="en-US" sz="13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enrichissante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programmation, BDD et systèmes embarqués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5750" y="2166491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concret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5750" y="2610892"/>
            <a:ext cx="8572500" cy="113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utilisé par élèves et personnel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à la transition énergétique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pédagogique pour les cours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035475"/>
            <a:ext cx="8743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1F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technique ET pédagogique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23cc6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61038" y="1429048"/>
            <a:ext cx="48219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225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3742389" y="2133898"/>
            <a:ext cx="1659073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7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376236" y="3234482"/>
            <a:ext cx="2391379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45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 3 - Module de Mesure</a:t>
            </a:r>
            <a:endParaRPr lang="en-US" sz="1350" dirty="0"/>
          </a:p>
          <a:p>
            <a:pPr marL="0" indent="0" algn="ctr">
              <a:lnSpc>
                <a:spcPts val="1890"/>
              </a:lnSpc>
              <a:spcBef>
                <a:spcPts val="45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InfoProd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581</Words>
  <Application>Microsoft Office PowerPoint</Application>
  <PresentationFormat>Affichage à l'écran (16:9)</PresentationFormat>
  <Paragraphs>123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InfoProd - Module de Mesure</dc:title>
  <dc:subject>Compte rendu de projet</dc:subject>
  <dc:creator>Étudiant 3</dc:creator>
  <cp:lastModifiedBy>Swan</cp:lastModifiedBy>
  <cp:revision>2</cp:revision>
  <dcterms:created xsi:type="dcterms:W3CDTF">2026-01-06T14:52:15Z</dcterms:created>
  <dcterms:modified xsi:type="dcterms:W3CDTF">2026-01-21T14:31:32Z</dcterms:modified>
</cp:coreProperties>
</file>