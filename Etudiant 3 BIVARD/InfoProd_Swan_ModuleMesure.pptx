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99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72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05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d5c28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0" y="342900"/>
            <a:ext cx="1333500" cy="1333500"/>
          </a:xfrm>
          <a:prstGeom prst="rect">
            <a:avLst/>
          </a:prstGeom>
          <a:effectLst>
            <a:outerShdw blurRad="190500" dist="57150" dir="5400000" algn="bl" rotWithShape="0">
              <a:srgbClr val="16A085">
                <a:alpha val="4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377538" y="723900"/>
            <a:ext cx="38892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2638586" y="1526664"/>
            <a:ext cx="38668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</a:pPr>
            <a:r>
              <a:rPr lang="en-US" sz="16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Etudiant</a:t>
            </a: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</a:t>
            </a:r>
          </a:p>
          <a:p>
            <a:pPr marL="0" indent="0" algn="ctr">
              <a:lnSpc>
                <a:spcPts val="3600"/>
              </a:lnSpc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:Swan </a:t>
            </a:r>
            <a:endParaRPr lang="en-US" sz="1600" dirty="0"/>
          </a:p>
        </p:txBody>
      </p:sp>
      <p:pic>
        <p:nvPicPr>
          <p:cNvPr id="5" name="Image 1" descr="/tmp/rasterized-gradient-72deb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2476500"/>
            <a:ext cx="1143000" cy="381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65001" y="2743200"/>
            <a:ext cx="24139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240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Mesure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3388668" y="3390900"/>
            <a:ext cx="2366665" cy="1409700"/>
          </a:xfrm>
          <a:prstGeom prst="roundRect">
            <a:avLst>
              <a:gd name="adj" fmla="val 675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559311" y="3619500"/>
            <a:ext cx="20253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500" b="1" dirty="0" err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</a:t>
            </a: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InfoProd</a:t>
            </a:r>
            <a:endParaRPr lang="en-US" sz="1500" b="1" dirty="0">
              <a:solidFill>
                <a:srgbClr val="E74C3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900"/>
              </a:spcAft>
              <a:buNone/>
            </a:pP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59311" y="4000500"/>
            <a:ext cx="20253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: Les Érudits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559311" y="4343400"/>
            <a:ext cx="2025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BTS CIEL IR • Session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66700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67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Mission</a:t>
            </a:r>
            <a:endParaRPr lang="en-US" sz="2700" dirty="0"/>
          </a:p>
        </p:txBody>
      </p:sp>
      <p:pic>
        <p:nvPicPr>
          <p:cNvPr id="4" name="Image 0" descr="/tmp/rasterized-gradient-65179e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47750"/>
            <a:ext cx="8382000" cy="1424880"/>
          </a:xfrm>
          <a:prstGeom prst="rect">
            <a:avLst/>
          </a:prstGeom>
          <a:effectLst>
            <a:outerShdw blurRad="190500" dist="57150" dir="5400000" algn="bl" rotWithShape="0">
              <a:srgbClr val="E74C3C">
                <a:alpha val="3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10921" y="1257300"/>
            <a:ext cx="81221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de Mesure et Suivi de Production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10921" y="1676400"/>
            <a:ext cx="8122158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et développement du système de mesure de la production d'énergie renouvelable (solaire et éolienne) avec calcul des économies de CO₂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1000" y="2644080"/>
            <a:ext cx="4143375" cy="1885950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2844105"/>
            <a:ext cx="3818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Techniques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81025" y="3225105"/>
            <a:ext cx="3818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Collecter les données de production toutes les 5 minutes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1025" y="3758505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l'intégrité des mesures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1025" y="4063305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Stocker dans base MySQL avec horodatage</a:t>
            </a:r>
            <a:endParaRPr lang="en-US" sz="1200" dirty="0"/>
          </a:p>
        </p:txBody>
      </p:sp>
      <p:pic>
        <p:nvPicPr>
          <p:cNvPr id="12" name="Image 1" descr="/tmp/rasterized-gradient-88d423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2786955"/>
            <a:ext cx="4086225" cy="1600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8225" y="2958405"/>
            <a:ext cx="3818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Livrables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48225" y="3339405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consultation production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8225" y="3644205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de calcul CO₂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48225" y="3949005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mobile adaptable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66700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67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Mesure</a:t>
            </a:r>
            <a:endParaRPr lang="en-US" sz="2700" dirty="0"/>
          </a:p>
        </p:txBody>
      </p:sp>
      <p:pic>
        <p:nvPicPr>
          <p:cNvPr id="4" name="Image 0" descr="/tmp/rasterized-svg-8e82b6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28700"/>
            <a:ext cx="838200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66700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67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</a:t>
            </a:r>
            <a:endParaRPr lang="en-US" sz="2700" dirty="0"/>
          </a:p>
        </p:txBody>
      </p:sp>
      <p:pic>
        <p:nvPicPr>
          <p:cNvPr id="4" name="Image 0" descr="/home/claude/diagramme_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78" y="831122"/>
            <a:ext cx="5869220" cy="4197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163005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1" y="92304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</a:t>
            </a: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27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CBB38A5-5F7D-416E-8833-404E5349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25" y="834272"/>
            <a:ext cx="7964657" cy="40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88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337401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67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Cas </a:t>
            </a:r>
            <a:r>
              <a:rPr lang="en-US" sz="2700" b="1" dirty="0" err="1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d’utilisation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BEB0028-67A1-45A1-A373-761C468C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187" y="655729"/>
            <a:ext cx="6612115" cy="41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62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" y="266700"/>
            <a:ext cx="0" cy="381000"/>
          </a:xfrm>
          <a:prstGeom prst="line">
            <a:avLst/>
          </a:prstGeom>
          <a:noFill/>
          <a:ln w="5715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66700"/>
            <a:ext cx="43719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Réalisations Techniques</a:t>
            </a:r>
            <a:endParaRPr lang="en-US" sz="2700" dirty="0"/>
          </a:p>
        </p:txBody>
      </p:sp>
      <p:pic>
        <p:nvPicPr>
          <p:cNvPr id="4" name="Image 0" descr="/tmp/rasterized-gradient-562c86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57275"/>
            <a:ext cx="4086225" cy="1838325"/>
          </a:xfrm>
          <a:prstGeom prst="rect">
            <a:avLst/>
          </a:prstGeom>
          <a:effectLst>
            <a:outerShdw blurRad="114300" dist="38100" dir="5400000" algn="bl" rotWithShape="0">
              <a:srgbClr val="E74C3C">
                <a:alpha val="3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33400" y="1209675"/>
            <a:ext cx="3857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Développées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3400" y="1590675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ModuleMesure 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Gestion acquisition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3400" y="1885950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CapteurTemperature 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Lecture DS18B20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3400" y="2181225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SiteProduction 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 rendement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3400" y="2476500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Onduleur :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Interface données énergie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19625" y="1028700"/>
            <a:ext cx="4143375" cy="1895475"/>
          </a:xfrm>
          <a:prstGeom prst="roundRect">
            <a:avLst>
              <a:gd name="adj" fmla="val 5025"/>
            </a:avLst>
          </a:prstGeom>
          <a:solidFill>
            <a:srgbClr val="FFFFFF"/>
          </a:solidFill>
          <a:ln w="28575">
            <a:solidFill>
              <a:srgbClr val="16A085"/>
            </a:solidFill>
          </a:ln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00600" y="1209675"/>
            <a:ext cx="3857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00600" y="1590675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réponse : &lt;500ms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885950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: 99,5%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00600" y="2181225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525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température : ±0,2°C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2476500"/>
            <a:ext cx="3857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: Toutes les 5 minutes</a:t>
            </a:r>
            <a:endParaRPr lang="en-US" sz="1200" dirty="0"/>
          </a:p>
        </p:txBody>
      </p:sp>
      <p:pic>
        <p:nvPicPr>
          <p:cNvPr id="16" name="Image 1" descr="/tmp/rasterized-gradient-725cd9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3114282"/>
            <a:ext cx="8382000" cy="1295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2059" y="3228975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Utilisées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064470" y="3648075"/>
            <a:ext cx="11889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Python/PHP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802715" y="3952874"/>
            <a:ext cx="16968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157642" y="3952875"/>
            <a:ext cx="8698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116609" y="3628632"/>
            <a:ext cx="10784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HTTP/HTTPS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116609" y="3943350"/>
            <a:ext cx="10784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933048" y="3628632"/>
            <a:ext cx="7582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DS18B20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884737" y="3888556"/>
            <a:ext cx="7582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E8F6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81000" y="4724400"/>
            <a:ext cx="85496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Swan - Module de Mesure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193</Words>
  <Application>Microsoft Office PowerPoint</Application>
  <PresentationFormat>Affichage à l'écran (16:9)</PresentationFormat>
  <Paragraphs>53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LGT Joseph GAILLARD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Swan - Module de Mesure InfoProd</dc:title>
  <dc:subject>Module de Mesure - Projet InfoProd</dc:subject>
  <dc:creator>Swan - Les Érudits</dc:creator>
  <cp:lastModifiedBy>Swan</cp:lastModifiedBy>
  <cp:revision>7</cp:revision>
  <dcterms:created xsi:type="dcterms:W3CDTF">2026-01-13T14:47:08Z</dcterms:created>
  <dcterms:modified xsi:type="dcterms:W3CDTF">2026-01-26T20:17:03Z</dcterms:modified>
</cp:coreProperties>
</file>