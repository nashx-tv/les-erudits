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3"/>
    </p:embeddedFont>
    <p:embeddedFont>
      <p:font typeface="Open Sans Bold" charset="1" panose="020B0806030504020204"/>
      <p:regular r:id="rId14"/>
    </p:embeddedFon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1794" y="270883"/>
            <a:ext cx="7206204" cy="10828995"/>
          </a:xfrm>
          <a:custGeom>
            <a:avLst/>
            <a:gdLst/>
            <a:ahLst/>
            <a:cxnLst/>
            <a:rect r="r" b="b" t="t" l="l"/>
            <a:pathLst>
              <a:path h="10828995" w="7206204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0128717" y="5108938"/>
            <a:ext cx="1676851" cy="69123"/>
            <a:chOff x="0" y="0"/>
            <a:chExt cx="441640" cy="18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640" cy="18205"/>
            </a:xfrm>
            <a:custGeom>
              <a:avLst/>
              <a:gdLst/>
              <a:ahLst/>
              <a:cxnLst/>
              <a:rect r="r" b="b" t="t" l="l"/>
              <a:pathLst>
                <a:path h="18205" w="441640">
                  <a:moveTo>
                    <a:pt x="0" y="0"/>
                  </a:moveTo>
                  <a:lnTo>
                    <a:pt x="441640" y="0"/>
                  </a:lnTo>
                  <a:lnTo>
                    <a:pt x="441640" y="18205"/>
                  </a:lnTo>
                  <a:lnTo>
                    <a:pt x="0" y="18205"/>
                  </a:lnTo>
                  <a:close/>
                </a:path>
              </a:pathLst>
            </a:custGeom>
            <a:solidFill>
              <a:srgbClr val="F7E7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1640" cy="56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508324" y="3059679"/>
            <a:ext cx="5881789" cy="4524453"/>
          </a:xfrm>
          <a:custGeom>
            <a:avLst/>
            <a:gdLst/>
            <a:ahLst/>
            <a:cxnLst/>
            <a:rect r="r" b="b" t="t" l="l"/>
            <a:pathLst>
              <a:path h="4524453" w="5881789">
                <a:moveTo>
                  <a:pt x="0" y="0"/>
                </a:moveTo>
                <a:lnTo>
                  <a:pt x="5881789" y="0"/>
                </a:lnTo>
                <a:lnTo>
                  <a:pt x="5881789" y="4524453"/>
                </a:lnTo>
                <a:lnTo>
                  <a:pt x="0" y="4524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55141" y="4259268"/>
            <a:ext cx="7889633" cy="195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882" spc="-39">
                <a:solidFill>
                  <a:srgbClr val="F7E7D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du projet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09107" y="2453131"/>
            <a:ext cx="5380738" cy="5380738"/>
          </a:xfrm>
          <a:custGeom>
            <a:avLst/>
            <a:gdLst/>
            <a:ahLst/>
            <a:cxnLst/>
            <a:rect r="r" b="b" t="t" l="l"/>
            <a:pathLst>
              <a:path h="5380738" w="5380738">
                <a:moveTo>
                  <a:pt x="0" y="0"/>
                </a:moveTo>
                <a:lnTo>
                  <a:pt x="5380738" y="0"/>
                </a:lnTo>
                <a:lnTo>
                  <a:pt x="5380738" y="5380738"/>
                </a:lnTo>
                <a:lnTo>
                  <a:pt x="0" y="538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549" y="100417"/>
            <a:ext cx="13836902" cy="111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Sommaire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23157"/>
            <a:ext cx="9584282" cy="743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5166" indent="-507583" lvl="1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Présentation du projet</a:t>
            </a:r>
          </a:p>
          <a:p>
            <a:pPr algn="l">
              <a:lnSpc>
                <a:spcPts val="6582"/>
              </a:lnSpc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 marL="1015166" indent="-507583" lvl="1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cas d'utilisation</a:t>
            </a:r>
          </a:p>
          <a:p>
            <a:pPr algn="l">
              <a:lnSpc>
                <a:spcPts val="6582"/>
              </a:lnSpc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 marL="1015166" indent="-507583" lvl="1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déploiement </a:t>
            </a:r>
          </a:p>
          <a:p>
            <a:pPr algn="l">
              <a:lnSpc>
                <a:spcPts val="6582"/>
              </a:lnSpc>
            </a:pPr>
          </a:p>
          <a:p>
            <a:pPr algn="l" marL="1015166" indent="-507583" lvl="1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classe </a:t>
            </a:r>
          </a:p>
          <a:p>
            <a:pPr algn="l">
              <a:lnSpc>
                <a:spcPts val="6582"/>
              </a:lnSpc>
            </a:pPr>
          </a:p>
          <a:p>
            <a:pPr algn="l" marL="1015166" indent="-507583" lvl="1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Gantt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0719" y="4880298"/>
            <a:ext cx="1824649" cy="729194"/>
          </a:xfrm>
          <a:custGeom>
            <a:avLst/>
            <a:gdLst/>
            <a:ahLst/>
            <a:cxnLst/>
            <a:rect r="r" b="b" t="t" l="l"/>
            <a:pathLst>
              <a:path h="729194" w="1824649">
                <a:moveTo>
                  <a:pt x="0" y="0"/>
                </a:moveTo>
                <a:lnTo>
                  <a:pt x="1824650" y="0"/>
                </a:lnTo>
                <a:lnTo>
                  <a:pt x="1824650" y="729194"/>
                </a:lnTo>
                <a:lnTo>
                  <a:pt x="0" y="72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549" y="-232805"/>
            <a:ext cx="13836902" cy="111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Présentation du projet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8767" y="1668704"/>
            <a:ext cx="6830541" cy="8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Contexte de celui-ci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0891" y="2479673"/>
            <a:ext cx="15614786" cy="208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lycée Joseph Gaillard peut rencontrer des difficultés de communication avec ses élèves, c'est pourquoi un système d'affichage a été instauré.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2291" y="4727800"/>
            <a:ext cx="3058236" cy="92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0"/>
              </a:lnSpc>
            </a:pPr>
            <a:r>
              <a:rPr lang="en-US" sz="54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Objectif 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652290"/>
            <a:ext cx="9525" cy="8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40891" y="6476365"/>
            <a:ext cx="13552363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Diff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des informations utiles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Automatiser l’affichage de contenus sur des écrans dynamiques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Améliorer la communication interne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Intégrer du matériel embarqué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1230" y="1554774"/>
            <a:ext cx="12540293" cy="8276593"/>
          </a:xfrm>
          <a:custGeom>
            <a:avLst/>
            <a:gdLst/>
            <a:ahLst/>
            <a:cxnLst/>
            <a:rect r="r" b="b" t="t" l="l"/>
            <a:pathLst>
              <a:path h="8276593" w="12540293">
                <a:moveTo>
                  <a:pt x="0" y="0"/>
                </a:moveTo>
                <a:lnTo>
                  <a:pt x="12540293" y="0"/>
                </a:lnTo>
                <a:lnTo>
                  <a:pt x="12540293" y="8276593"/>
                </a:lnTo>
                <a:lnTo>
                  <a:pt x="0" y="8276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549" y="100417"/>
            <a:ext cx="13836902" cy="111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cas d’utilisation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31523" y="3019742"/>
            <a:ext cx="4901326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Défini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les besoins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Identifier les acteurs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Montrer les services ou fonctions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0037" y="2017467"/>
            <a:ext cx="12169473" cy="6252067"/>
          </a:xfrm>
          <a:custGeom>
            <a:avLst/>
            <a:gdLst/>
            <a:ahLst/>
            <a:cxnLst/>
            <a:rect r="r" b="b" t="t" l="l"/>
            <a:pathLst>
              <a:path h="6252067" w="12169473">
                <a:moveTo>
                  <a:pt x="0" y="0"/>
                </a:moveTo>
                <a:lnTo>
                  <a:pt x="12169472" y="0"/>
                </a:lnTo>
                <a:lnTo>
                  <a:pt x="12169472" y="6252066"/>
                </a:lnTo>
                <a:lnTo>
                  <a:pt x="0" y="6252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549" y="-82624"/>
            <a:ext cx="13836902" cy="111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déploiement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89509" y="2119630"/>
            <a:ext cx="5225535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isualiser l’architecture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Aider à planifier l’installation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Vérifier que tous les composants nécessaires sont bien présents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8207" y="2717021"/>
            <a:ext cx="11681272" cy="5182012"/>
          </a:xfrm>
          <a:custGeom>
            <a:avLst/>
            <a:gdLst/>
            <a:ahLst/>
            <a:cxnLst/>
            <a:rect r="r" b="b" t="t" l="l"/>
            <a:pathLst>
              <a:path h="5182012" w="11681272">
                <a:moveTo>
                  <a:pt x="0" y="0"/>
                </a:moveTo>
                <a:lnTo>
                  <a:pt x="11681271" y="0"/>
                </a:lnTo>
                <a:lnTo>
                  <a:pt x="11681271" y="5182012"/>
                </a:lnTo>
                <a:lnTo>
                  <a:pt x="0" y="5182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7" r="0" b="-4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549" y="-82624"/>
            <a:ext cx="13836902" cy="226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classe </a:t>
            </a:r>
          </a:p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06510" y="3318162"/>
            <a:ext cx="5180013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Montrer les relations entre les classes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base pour l’architecture logicielle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2878" y="2319359"/>
            <a:ext cx="11891119" cy="5648282"/>
          </a:xfrm>
          <a:custGeom>
            <a:avLst/>
            <a:gdLst/>
            <a:ahLst/>
            <a:cxnLst/>
            <a:rect r="r" b="b" t="t" l="l"/>
            <a:pathLst>
              <a:path h="5648282" w="11891119">
                <a:moveTo>
                  <a:pt x="0" y="0"/>
                </a:moveTo>
                <a:lnTo>
                  <a:pt x="11891119" y="0"/>
                </a:lnTo>
                <a:lnTo>
                  <a:pt x="11891119" y="5648282"/>
                </a:lnTo>
                <a:lnTo>
                  <a:pt x="0" y="5648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549" y="-82624"/>
            <a:ext cx="13836902" cy="111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Gantt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65549" y="3047837"/>
            <a:ext cx="3901157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Previsualisation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Progression 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Tâches 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Acteurs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DAHIABnZrDY</dc:identifier>
  <dcterms:modified xsi:type="dcterms:W3CDTF">2011-08-01T06:04:30Z</dcterms:modified>
  <cp:revision>1</cp:revision>
  <dc:title>Présentation du projet</dc:title>
</cp:coreProperties>
</file>