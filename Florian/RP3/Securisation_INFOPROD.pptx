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31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B496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SÉCURISATION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D'INFOPROD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de sécurité applicative, réseau et système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CIEL IR — LGT Joseph Gaillard 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33856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45920" y="10972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protection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97280" y="1481328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179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645920" y="151790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&amp; mots de passe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097280" y="1901952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97280" y="2322576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737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19371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645920" y="19371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sécurisée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1097280" y="2743200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3943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23577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1645920" y="23577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 (VLANs)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1097280" y="3163824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814948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97280" y="27783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645920" y="27783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la base de données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1097280" y="3584448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2355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97280" y="31989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1645920" y="31989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 (Electron)</a:t>
            </a:r>
            <a:endParaRPr lang="en-US" sz="1500" dirty="0"/>
          </a:p>
        </p:txBody>
      </p:sp>
      <p:sp>
        <p:nvSpPr>
          <p:cNvPr id="30" name="Shape 21"/>
          <p:cNvSpPr/>
          <p:nvPr/>
        </p:nvSpPr>
        <p:spPr>
          <a:xfrm>
            <a:off x="1097280" y="4005072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656196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097280" y="36196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23"/>
          <p:cNvSpPr/>
          <p:nvPr/>
        </p:nvSpPr>
        <p:spPr>
          <a:xfrm>
            <a:off x="1645920" y="36196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&amp; maintenance</a:t>
            </a:r>
            <a:endParaRPr lang="en-US" sz="1500" dirty="0"/>
          </a:p>
        </p:txBody>
      </p:sp>
      <p:sp>
        <p:nvSpPr>
          <p:cNvPr id="34" name="Shape 24"/>
          <p:cNvSpPr/>
          <p:nvPr/>
        </p:nvSpPr>
        <p:spPr>
          <a:xfrm>
            <a:off x="1097280" y="4425696"/>
            <a:ext cx="6858000" cy="0"/>
          </a:xfrm>
          <a:prstGeom prst="line">
            <a:avLst/>
          </a:prstGeom>
          <a:noFill/>
          <a:ln w="6350">
            <a:solidFill>
              <a:srgbClr val="CAF0F8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07682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97280" y="40402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1645920" y="40402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&amp; améliorations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Objectifs de protection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41732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00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Confidentialité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utilisateurs autorisés accèdent aux données (gabarits, comptes, capteurs).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Shape 9"/>
          <p:cNvSpPr/>
          <p:nvPr/>
        </p:nvSpPr>
        <p:spPr>
          <a:xfrm>
            <a:off x="4114800" y="1417320"/>
            <a:ext cx="914400" cy="91440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Intégrité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gabarits et données ne peuvent pas être modifiés sans autorisation via les </a:t>
            </a:r>
            <a:r>
              <a:rPr lang="en-US" sz="1100" dirty="0" err="1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administration/utilisateur.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0" y="1417320"/>
            <a:ext cx="914400" cy="914400"/>
          </a:xfrm>
          <a:prstGeom prst="ellipse">
            <a:avLst/>
          </a:prstGeom>
          <a:solidFill>
            <a:srgbClr val="F77F0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002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Disponibilité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093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reste accessible grâce aux sauvegardes et à la maintenance préventive.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Authentification &amp; mots de passe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39"/>
            <a:ext cx="3931920" cy="3084659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Politique de mot de passe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830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caractères minimum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854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139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1 majuscule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8775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2542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1 chiffre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9008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3000" y="2944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1 symbole spécial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1143000" y="33467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CAF0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7281"/>
            <a:ext cx="201168" cy="17858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43000" y="3394905"/>
            <a:ext cx="3017520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obligatoire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188720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4864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Hashage &amp; stockage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50292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bcrypt (PASSWORD_DEFAULT)</a:t>
            </a:r>
            <a:endParaRPr lang="en-US" sz="1100" dirty="0"/>
          </a:p>
        </p:txBody>
      </p:sp>
      <p:sp>
        <p:nvSpPr>
          <p:cNvPr id="24" name="Text 14"/>
          <p:cNvSpPr/>
          <p:nvPr/>
        </p:nvSpPr>
        <p:spPr>
          <a:xfrm>
            <a:off x="502920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 de passe n'est jamais stocké en clair dans la base de données. PHP utilise bcrypt avec un salt aléatoire intégré. La vérification se fait via password_verify().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50292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: admin / utilisateur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502920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rôle (auth_check.php) avec redirection si non autorisé.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Réinitialisation sécurisée du mot de passe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14173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Demande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entre son email sur forgot_password.php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Arial Black" pitchFamily="34" charset="0"/>
              </a:rPr>
              <a:t>Code unique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194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caractères via bin2hex(random_bytes(32))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0972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74920" y="14173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Stockage BDD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194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password_resets avec expiration d'1 heure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858000" y="141732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Récupération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2194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L’utilisateur reçois le lien de réinitialisation de manière sécurisée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10972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0664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Réinitialisation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2194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mot de passe avec les mêmes règles de complexité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430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Mesures de sécurité intégrées</a:t>
            </a:r>
            <a:endParaRPr lang="en-US" sz="14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164592" cy="1645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97280" y="3840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générique : empêche l'énumération de comptes (même réponse que l'email existe ou non)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42232"/>
            <a:ext cx="164592" cy="16459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097280" y="4096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jamais affiché à l'écran : </a:t>
            </a:r>
            <a:r>
              <a:rPr lang="en-US" sz="1000" dirty="0" err="1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</a:t>
            </a: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</a:t>
            </a: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accède via phpMyAdmin</a:t>
            </a:r>
            <a:endParaRPr lang="en-US" sz="1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98264"/>
            <a:ext cx="164592" cy="16459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97280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automatique après 1 heure, token marqué « utilisé » après consommation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réseau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Segmentation VLAN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315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VLAN Admin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administration : serveur, phpMyAdmin, gestion des comptes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3152" cy="5943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VLAN Vie scolaire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limité : consultation des gabarits et données d'affichage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73152" cy="5943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VLAN Affichage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dédié aux Raspberry Pi (panneaux d'affichage uniquement)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93192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6400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réseau</a:t>
            </a:r>
            <a:endParaRPr lang="en-US" sz="1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56032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manageable dédié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944368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40680" y="2898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fixe pour le serveur et les Raspberry Pi 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2841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282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LAN isolé d'Internet (architecture fermée)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de la base de données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PDO &amp; Requêtes préparées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requêtes SQL utilisent des requêtes préparées via PDO (prepare + execute avec des paramètres). Cela empêche les injections SQL, la principale vulnérabilité des applications web.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Contrôle d'accès BDD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MySQL est protégé par mot de passe. phpMyAdmin est restreint au VLAN Admin. Les identifiants de connexion BDD sont dans db_config.php, non exposés côté client.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348750"/>
            <a:ext cx="8229600" cy="128016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152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7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Tables sensibles protégées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hashés, rôles, statut actif/inactif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747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password_resets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7472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expiration 1h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2179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ecrans / affectations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1792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d'affichage liées par clés étrangères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applicative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contextIsolation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JavaScript de la page web est isolé du process Electron. Empêche le code malveillant d'accéder aux APIs Node.js.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nodeIntegration: false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3212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est désactivé dans le renderer. Le contenu web ne peut pas exécuter de commandes système.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08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Preload sécurisé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une API limitée (notifications) est exposée via contextBridge. Aucun accès direct au système de fichiers.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089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kiosque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3212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de l'interface en plein écran pour les panneaux d'affichage. Empêche la navigation non autorisée.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Sauvegardes &amp; maintenance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Sauvegardes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1783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SQL régulier via phpMyAdmin ou mysqldump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51460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8720" y="2468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Fichiers PHP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88720" y="2715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du répertoire /var/www/infoprod sur disque externe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320040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88720" y="3154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db_config.php et session_config.php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321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Maintenance</a:t>
            </a:r>
            <a:endParaRPr lang="en-US" sz="16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82880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9496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Mises à jour système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394960" y="2029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update &amp;&amp; apt upgrade régulier sur le serveur et les Pi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514600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9496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Mises à jour PHP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39496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correctifs de sécurité PHP</a:t>
            </a:r>
            <a:endParaRPr lang="en-US" sz="10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163632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94960" y="31179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Surveillance logs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394960" y="336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tentatives de connexion échouées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Récapitulatif &amp; pistes d'amélioration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728392"/>
              </p:ext>
            </p:extLst>
          </p:nvPr>
        </p:nvGraphicFramePr>
        <p:xfrm>
          <a:off x="457200" y="914400"/>
          <a:ext cx="8229600" cy="2606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Domaine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Mesure en place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Statut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Mots de passe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Hashage bcrypt + complexité 12 car.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 httponly, SameSite, 30j persistant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Expiration 1h, anti-énumération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VLANs, IP fixes, LAN isolé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 préparé, accès restreint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contextIsolation, preload sécurisé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SQL + fichiers sur support externe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F0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7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Pistes d'amélioration futures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certificat SSL pour le chiffrement des communications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62272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4416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à deux facteurs (2FA) </a:t>
            </a:r>
            <a:endParaRPr lang="en-US" sz="1000" dirty="0"/>
          </a:p>
        </p:txBody>
      </p:sp>
      <p:pic>
        <p:nvPicPr>
          <p:cNvPr id="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462272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29200" y="4416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centralisée des événements de sécurité (logs d'audit)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B496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de votre attention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INFOPROD — Sécurisation du système d'affichage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CIEL IR 2025-2026 — LGT Joseph Gaillard 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790</Words>
  <Application>Microsoft Office PowerPoint</Application>
  <PresentationFormat>Affichage à l'écran (16:9)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Sécurisation d'INFOPROD</dc:title>
  <dc:subject>PptxGenJS Presentation</dc:subject>
  <dc:creator>Florian Bisoly</dc:creator>
  <cp:lastModifiedBy>Florian BSL</cp:lastModifiedBy>
  <cp:revision>4</cp:revision>
  <dcterms:created xsi:type="dcterms:W3CDTF">2026-04-23T18:18:08Z</dcterms:created>
  <dcterms:modified xsi:type="dcterms:W3CDTF">2026-04-23T18:52:38Z</dcterms:modified>
</cp:coreProperties>
</file>